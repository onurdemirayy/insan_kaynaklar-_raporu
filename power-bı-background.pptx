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0E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4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986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494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935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005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581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211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006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597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068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832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499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92CAC-58C8-46D8-8024-618CFABB31F5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7A0AC-E71A-49E5-A1D1-25EE716ED8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15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0000"/>
                <a:lumOff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Yuvarlatılmış Dikdörtgen 3"/>
          <p:cNvSpPr/>
          <p:nvPr/>
        </p:nvSpPr>
        <p:spPr>
          <a:xfrm>
            <a:off x="-235132" y="-387554"/>
            <a:ext cx="13131148" cy="7803844"/>
          </a:xfrm>
          <a:prstGeom prst="roundRect">
            <a:avLst>
              <a:gd name="adj" fmla="val 0"/>
            </a:avLst>
          </a:prstGeom>
          <a:solidFill>
            <a:srgbClr val="F0EEE4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2159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Aynı Yanın Köşesi Yuvarlatılmış Dikdörtgen 14"/>
          <p:cNvSpPr/>
          <p:nvPr/>
        </p:nvSpPr>
        <p:spPr>
          <a:xfrm>
            <a:off x="-235132" y="-387554"/>
            <a:ext cx="13026644" cy="2702129"/>
          </a:xfrm>
          <a:prstGeom prst="round2SameRect">
            <a:avLst>
              <a:gd name="adj1" fmla="val 6141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Yuvarlatılmış Dikdörtgen 15"/>
          <p:cNvSpPr/>
          <p:nvPr/>
        </p:nvSpPr>
        <p:spPr>
          <a:xfrm>
            <a:off x="2449557" y="1877972"/>
            <a:ext cx="4416815" cy="5161003"/>
          </a:xfrm>
          <a:prstGeom prst="roundRect">
            <a:avLst>
              <a:gd name="adj" fmla="val 0"/>
            </a:avLst>
          </a:prstGeom>
          <a:solidFill>
            <a:schemeClr val="bg1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Yuvarlatılmış Dikdörtgen 16"/>
          <p:cNvSpPr/>
          <p:nvPr/>
        </p:nvSpPr>
        <p:spPr>
          <a:xfrm>
            <a:off x="7542502" y="1877972"/>
            <a:ext cx="4416815" cy="5161003"/>
          </a:xfrm>
          <a:prstGeom prst="roundRect">
            <a:avLst>
              <a:gd name="adj" fmla="val 0"/>
            </a:avLst>
          </a:prstGeom>
          <a:solidFill>
            <a:schemeClr val="bg1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Yuvarlatılmış Dikdörtgen 23"/>
          <p:cNvSpPr/>
          <p:nvPr/>
        </p:nvSpPr>
        <p:spPr>
          <a:xfrm>
            <a:off x="2400009" y="119689"/>
            <a:ext cx="1907178" cy="1197451"/>
          </a:xfrm>
          <a:prstGeom prst="roundRect">
            <a:avLst>
              <a:gd name="adj" fmla="val 0"/>
            </a:avLst>
          </a:prstGeom>
          <a:solidFill>
            <a:schemeClr val="tx2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Yuvarlatılmış Dikdörtgen 24"/>
          <p:cNvSpPr/>
          <p:nvPr/>
        </p:nvSpPr>
        <p:spPr>
          <a:xfrm>
            <a:off x="4934203" y="119688"/>
            <a:ext cx="1907178" cy="1197451"/>
          </a:xfrm>
          <a:prstGeom prst="roundRect">
            <a:avLst>
              <a:gd name="adj" fmla="val 0"/>
            </a:avLst>
          </a:prstGeom>
          <a:solidFill>
            <a:schemeClr val="tx2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Yuvarlatılmış Dikdörtgen 25"/>
          <p:cNvSpPr/>
          <p:nvPr/>
        </p:nvSpPr>
        <p:spPr>
          <a:xfrm>
            <a:off x="7468397" y="119687"/>
            <a:ext cx="1907178" cy="1197451"/>
          </a:xfrm>
          <a:prstGeom prst="roundRect">
            <a:avLst>
              <a:gd name="adj" fmla="val 0"/>
            </a:avLst>
          </a:prstGeom>
          <a:solidFill>
            <a:schemeClr val="tx2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Yuvarlatılmış Dikdörtgen 26"/>
          <p:cNvSpPr/>
          <p:nvPr/>
        </p:nvSpPr>
        <p:spPr>
          <a:xfrm>
            <a:off x="10002591" y="131232"/>
            <a:ext cx="1907178" cy="1197451"/>
          </a:xfrm>
          <a:prstGeom prst="roundRect">
            <a:avLst>
              <a:gd name="adj" fmla="val 0"/>
            </a:avLst>
          </a:prstGeom>
          <a:solidFill>
            <a:schemeClr val="tx2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Yuvarlatılmış Dikdörtgen 27"/>
          <p:cNvSpPr/>
          <p:nvPr/>
        </p:nvSpPr>
        <p:spPr>
          <a:xfrm>
            <a:off x="104775" y="131232"/>
            <a:ext cx="2076296" cy="6907743"/>
          </a:xfrm>
          <a:prstGeom prst="roundRect">
            <a:avLst>
              <a:gd name="adj" fmla="val 0"/>
            </a:avLst>
          </a:prstGeom>
          <a:solidFill>
            <a:schemeClr val="tx2">
              <a:alpha val="68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763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0</Words>
  <Application>Microsoft Office PowerPoint</Application>
  <PresentationFormat>Geniş ekran</PresentationFormat>
  <Paragraphs>0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Onur Demiray</dc:creator>
  <cp:lastModifiedBy>Onur Demiray</cp:lastModifiedBy>
  <cp:revision>4</cp:revision>
  <dcterms:created xsi:type="dcterms:W3CDTF">2026-05-16T13:02:30Z</dcterms:created>
  <dcterms:modified xsi:type="dcterms:W3CDTF">2026-05-16T15:06:20Z</dcterms:modified>
</cp:coreProperties>
</file>